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Simple Automated Cashflow System (SACS)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COLE HOUSEHOLD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January 21,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822960" cy="822960"/>
          </a:xfrm>
          <a:prstGeom prst="diamond">
            <a:avLst/>
          </a:prstGeom>
          <a:solidFill>
            <a:srgbClr val="00C258"/>
          </a:solidFill>
          <a:ln w="12700">
            <a:solidFill>
              <a:srgbClr val="00C2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7160" y="2468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5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$14,500- Marcus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2377440" cy="2377440"/>
          </a:xfrm>
          <a:prstGeom prst="ellipse">
            <a:avLst/>
          </a:prstGeom>
          <a:solidFill>
            <a:srgbClr val="00C25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INFLOW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269748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25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$14,500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68680" y="3520440"/>
            <a:ext cx="20116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$1,000 Floor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0760" y="1828800"/>
            <a:ext cx="2377440" cy="2377440"/>
          </a:xfrm>
          <a:prstGeom prst="ellipse">
            <a:avLst/>
          </a:prstGeom>
          <a:solidFill>
            <a:srgbClr val="F22F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OUTFLOW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269748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2F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$11,500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520440"/>
            <a:ext cx="20116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$1,000 Floor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46120" y="2468880"/>
            <a:ext cx="2697480" cy="960120"/>
          </a:xfrm>
          <a:prstGeom prst="rightArrow">
            <a:avLst/>
          </a:prstGeom>
          <a:solidFill>
            <a:srgbClr val="FFFFFF"/>
          </a:solidFill>
          <a:ln w="31750">
            <a:solidFill>
              <a:srgbClr val="F22F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6060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2F2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X=$11,500/month*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4612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transfer on the 20th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4069080"/>
            <a:ext cx="2377440" cy="2377440"/>
          </a:xfrm>
          <a:prstGeom prst="ellipse">
            <a:avLst/>
          </a:prstGeom>
          <a:solidFill>
            <a:srgbClr val="428BC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4297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PRIVATE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RESERVE</a:t>
            </a:r>
            <a:endParaRPr lang="en-US" sz="2000" dirty="0"/>
          </a:p>
        </p:txBody>
      </p:sp>
      <p:pic>
        <p:nvPicPr>
          <p:cNvPr id="25" name="Image 0" descr="D:\Educated-Freedom\windbrook-portal\public\assets\piggy-b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5074920"/>
            <a:ext cx="1645920" cy="9144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1874520" y="4206240"/>
            <a:ext cx="0" cy="914400"/>
          </a:xfrm>
          <a:prstGeom prst="line">
            <a:avLst/>
          </a:prstGeom>
          <a:noFill/>
          <a:ln w="38100">
            <a:solidFill>
              <a:srgbClr val="428BC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74520" y="5120640"/>
            <a:ext cx="1691640" cy="0"/>
          </a:xfrm>
          <a:prstGeom prst="line">
            <a:avLst/>
          </a:prstGeom>
          <a:noFill/>
          <a:ln w="38100">
            <a:solidFill>
              <a:srgbClr val="428BCE"/>
            </a:solidFill>
            <a:prstDash val="solid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1417320" y="4983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8BC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$3,000/mo*</a:t>
            </a:r>
            <a:endParaRPr lang="en-US" sz="1300" dirty="0"/>
          </a:p>
        </p:txBody>
      </p:sp>
      <p:pic>
        <p:nvPicPr>
          <p:cNvPr id="29" name="Image 1" descr="D:\Educated-Freedom\windbrook-portal\public\assets\papers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65760"/>
            <a:ext cx="502920" cy="6400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77240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X= Monthly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Expenses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8366760" y="1005840"/>
            <a:ext cx="0" cy="201168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Text 28"/>
          <p:cNvSpPr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MONTHLY   EXPENSES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Simple Automated Cashflow System (SACS)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2011680"/>
            <a:ext cx="2377440" cy="2377440"/>
          </a:xfrm>
          <a:prstGeom prst="ellipse">
            <a:avLst/>
          </a:prstGeom>
          <a:solidFill>
            <a:srgbClr val="9BCB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286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PINNACLE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BCBE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$38,000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$76,500 TARGET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2011680"/>
            <a:ext cx="2377440" cy="2377440"/>
          </a:xfrm>
          <a:prstGeom prst="ellipse">
            <a:avLst/>
          </a:prstGeom>
          <a:solidFill>
            <a:srgbClr val="1B365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SCHWAB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743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365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$84,000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8076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BROKERAGE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80760" y="4572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Remainder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91840" y="2834640"/>
            <a:ext cx="1188720" cy="731520"/>
          </a:xfrm>
          <a:prstGeom prst="leftArrow">
            <a:avLst/>
          </a:prstGeom>
          <a:solidFill>
            <a:srgbClr val="428BCE"/>
          </a:solidFill>
          <a:ln w="12700">
            <a:solidFill>
              <a:srgbClr val="428B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834640"/>
            <a:ext cx="1188720" cy="731520"/>
          </a:xfrm>
          <a:prstGeom prst="rightArrow">
            <a:avLst/>
          </a:prstGeom>
          <a:solidFill>
            <a:srgbClr val="428BCE"/>
          </a:solidFill>
          <a:ln w="12700">
            <a:solidFill>
              <a:srgbClr val="428B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5262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6x Monthly Expenses + Deductible= $76,500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" y="472744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$2,500- Homeowner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" y="492861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$1,000 x 2 = $2,000- Auto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" y="512978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$3,000- Medical*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LONG TERM CASHFLOW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0" y="6446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28DC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 Magnified Private Reserve Cashflow)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2026-05-07T20:33:38Z</dcterms:created>
  <dcterms:modified xsi:type="dcterms:W3CDTF">2026-05-07T20:33:38Z</dcterms:modified>
</cp:coreProperties>
</file>